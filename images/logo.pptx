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4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-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2EC18-FB00-E47D-3AC1-7F2F1B18D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15FA30-2CC5-7178-58CE-EB0461D22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90BD4-8585-3448-7114-F05CC3E8E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07FB-6A11-4144-8E7C-CFC8923A0BE3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1637E-36C0-B9A2-A50D-838D63CE3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94528-A6AB-92C4-9339-A55C2AB20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990FF-6570-4AB8-8727-612D1BE8D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859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0E896-4FB9-58DF-7E3A-076957AC4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69858-CFAB-7A22-F94E-6C87A8EFD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D4A49-7D5F-0A0C-DC92-B3C81841A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07FB-6A11-4144-8E7C-CFC8923A0BE3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3C2EA-05F0-7BA5-D6BB-D200F3E52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F5D16-F37E-C0F9-9EDB-C87792A4D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990FF-6570-4AB8-8727-612D1BE8D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082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E66F-2962-FBE3-651C-2A286A7B4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91345-7A5E-DBEC-E11D-13910249D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97AF2-8205-1072-F959-62EEE30EB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07FB-6A11-4144-8E7C-CFC8923A0BE3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0DF7E-7FF8-9681-4C6C-C949DE948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4339F-AA64-23AA-099C-D5C8A8EE8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990FF-6570-4AB8-8727-612D1BE8D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33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46744-D372-A976-219C-ECCB49F81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05320-A523-7888-EEA3-673EA11654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4DDF5-579B-217E-3192-875F6C9BF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93194-1087-5EED-7686-B435ECCB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07FB-6A11-4144-8E7C-CFC8923A0BE3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A4A4F-C4BB-B459-7A3F-A4902AB4B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0F0D0-2DD9-3361-BBC7-162E281B3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990FF-6570-4AB8-8727-612D1BE8D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63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FC828-4615-DAB3-2B9E-DAB6151DD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37D33-6C91-1ECB-BF1A-751641938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B88991-A5FF-ABE4-7B47-45085639D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796B78-14B6-B1B7-7418-325C97C969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ABD26B-D203-C85F-0A04-0D5376B91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6948E-E37D-9730-EA68-793E3C757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07FB-6A11-4144-8E7C-CFC8923A0BE3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CF1CDF-7D3F-947C-B6C7-FD9851B77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F308A-BE8D-FE2E-5D69-95ECAC900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990FF-6570-4AB8-8727-612D1BE8D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129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CD68-9C65-3305-E908-5737C45D1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949062-895E-1BD9-247F-05F8C2A55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07FB-6A11-4144-8E7C-CFC8923A0BE3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B9E3C5-557E-1633-5B39-53F6B21AD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ADC27-A058-CCCB-801C-BBFAAD949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990FF-6570-4AB8-8727-612D1BE8D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11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94DDCD-FA17-1966-8A60-B4F49813F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07FB-6A11-4144-8E7C-CFC8923A0BE3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3C046D-BDFD-B175-C4C8-16CCC0DB6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8D584-B73D-55EC-CA18-30FBEDC7E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990FF-6570-4AB8-8727-612D1BE8D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59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D6F81-268E-FE58-82C1-3EBED6429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FE9E2-5B02-9A4D-3A0C-DA5FBB857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5CBF8-9FFA-1A4F-EDF6-B313B4A3A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62D0F0-60CB-F4EB-5161-7638971BB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07FB-6A11-4144-8E7C-CFC8923A0BE3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84154-8D3A-195B-E3E3-1D7AC0F1A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72D6D-09AC-13B3-8F1C-21C5DD111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990FF-6570-4AB8-8727-612D1BE8D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9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815D8-01A4-5F02-F403-552575106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C2C6CE-1EAA-B7FB-67A9-6842DA67C1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0861E4-5751-DB90-B8B4-A42C3024F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A20FA-3890-8DE7-7AFF-B55C6A413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07FB-6A11-4144-8E7C-CFC8923A0BE3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7DEAB-A910-3B38-AA76-601BBFE46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B8B68E-AE1D-8025-0024-F00F7CC8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990FF-6570-4AB8-8727-612D1BE8D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667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1620C-F685-BDC5-C9AB-51F29A6C3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0C0C65-3DC6-B8A0-0541-EEBF2480EA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CB33E-7C78-2276-820F-CE9CA7F53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07FB-6A11-4144-8E7C-CFC8923A0BE3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12F3A-69A1-6C59-7B4D-D5CCFA046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52875-26FC-7D7F-736A-5CF327429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990FF-6570-4AB8-8727-612D1BE8D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41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62CB33-FA13-B485-378D-489F2B4ACB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2B7C6-B9F6-C9BC-80A7-F21682D9F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01072-E143-FE69-0714-945531B4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07FB-6A11-4144-8E7C-CFC8923A0BE3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36329-1360-39C6-DC89-380A4E273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56F80-C3EB-1D84-E218-57313713C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990FF-6570-4AB8-8727-612D1BE8D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96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9158C9-5285-9B8D-9080-1B3BAD351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D6BD6-C0CB-8089-055E-AE9698BB0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024B1-8066-EC9B-0854-C31578BD71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A107FB-6A11-4144-8E7C-CFC8923A0BE3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4A312-A733-9E0C-E9F2-12393C0038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E5540-3E0E-0C66-517A-522C188CF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990FF-6570-4AB8-8727-612D1BE8D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51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EC787A-D6B1-8023-3F98-31AC2650EFAC}"/>
              </a:ext>
            </a:extLst>
          </p:cNvPr>
          <p:cNvSpPr txBox="1"/>
          <p:nvPr/>
        </p:nvSpPr>
        <p:spPr>
          <a:xfrm>
            <a:off x="3179064" y="1124712"/>
            <a:ext cx="5833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Bookman Old Style" panose="02050604050505020204" pitchFamily="18" charset="0"/>
              </a:rPr>
              <a:t>ArdhiLytics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C8833B-A114-D905-BC45-5F7495E74090}"/>
              </a:ext>
            </a:extLst>
          </p:cNvPr>
          <p:cNvSpPr txBox="1"/>
          <p:nvPr/>
        </p:nvSpPr>
        <p:spPr>
          <a:xfrm>
            <a:off x="3166872" y="2264664"/>
            <a:ext cx="5833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Sylfaen" panose="010A0502050306030303" pitchFamily="18" charset="0"/>
              </a:rPr>
              <a:t>ArdhiLytics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76D737-3094-74E3-C443-6C3F879FDFF8}"/>
              </a:ext>
            </a:extLst>
          </p:cNvPr>
          <p:cNvSpPr txBox="1"/>
          <p:nvPr/>
        </p:nvSpPr>
        <p:spPr>
          <a:xfrm>
            <a:off x="4426458" y="3342471"/>
            <a:ext cx="3583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accent3">
                    <a:lumMod val="75000"/>
                  </a:schemeClr>
                </a:solidFill>
                <a:latin typeface="Baskerville Old Face" panose="02020602080505020303" pitchFamily="18" charset="0"/>
              </a:rPr>
              <a:t>rdhi</a:t>
            </a:r>
            <a:r>
              <a:rPr lang="en-US" sz="5400" b="1" dirty="0">
                <a:solidFill>
                  <a:srgbClr val="66FF99"/>
                </a:solidFill>
                <a:latin typeface="Baskerville Old Face" panose="02020602080505020303" pitchFamily="18" charset="0"/>
              </a:rPr>
              <a:t>Lytics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6DF385-F109-66B1-1003-6C698BA0D528}"/>
              </a:ext>
            </a:extLst>
          </p:cNvPr>
          <p:cNvSpPr txBox="1"/>
          <p:nvPr/>
        </p:nvSpPr>
        <p:spPr>
          <a:xfrm>
            <a:off x="3465576" y="5298433"/>
            <a:ext cx="5833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accent3">
                    <a:lumMod val="75000"/>
                  </a:schemeClr>
                </a:solidFill>
                <a:latin typeface="Century Schoolbook" panose="02040604050505020304" pitchFamily="18" charset="0"/>
              </a:rPr>
              <a:t>A</a:t>
            </a:r>
            <a:r>
              <a:rPr lang="en-US" sz="5400" b="1" dirty="0">
                <a:solidFill>
                  <a:schemeClr val="accent3">
                    <a:lumMod val="75000"/>
                  </a:schemeClr>
                </a:solidFill>
                <a:latin typeface="Century Schoolbook" panose="02040604050505020304" pitchFamily="18" charset="0"/>
              </a:rPr>
              <a:t>rdhi</a:t>
            </a:r>
            <a:r>
              <a:rPr lang="en-US" sz="5400" b="1" dirty="0">
                <a:solidFill>
                  <a:srgbClr val="66FF99"/>
                </a:solidFill>
                <a:latin typeface="Century Schoolbook" panose="02040604050505020304" pitchFamily="18" charset="0"/>
              </a:rPr>
              <a:t>Lytics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46AA72-7F76-F1B3-9E7C-6F04EF12CC34}"/>
              </a:ext>
            </a:extLst>
          </p:cNvPr>
          <p:cNvSpPr txBox="1"/>
          <p:nvPr/>
        </p:nvSpPr>
        <p:spPr>
          <a:xfrm>
            <a:off x="3419475" y="5573995"/>
            <a:ext cx="42511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rgbClr val="66FF99"/>
                </a:solidFill>
                <a:latin typeface="Century Schoolbook" panose="02040604050505020304" pitchFamily="18" charset="0"/>
              </a:rPr>
              <a:t>A</a:t>
            </a:r>
            <a:endParaRPr lang="en-US" sz="7200" b="1" dirty="0">
              <a:solidFill>
                <a:srgbClr val="66FF99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CA49F5-059E-3766-0405-DBAEC3C95BB8}"/>
              </a:ext>
            </a:extLst>
          </p:cNvPr>
          <p:cNvSpPr txBox="1"/>
          <p:nvPr/>
        </p:nvSpPr>
        <p:spPr>
          <a:xfrm>
            <a:off x="4594860" y="4123987"/>
            <a:ext cx="31866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Baskerville Old Face" panose="02020602080505020303" pitchFamily="18" charset="0"/>
              </a:rPr>
              <a:t>Geospatial Intelligence</a:t>
            </a:r>
            <a:endParaRPr lang="en-US" sz="22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A11A76-12CF-E42B-9C70-8BB4D281305A}"/>
              </a:ext>
            </a:extLst>
          </p:cNvPr>
          <p:cNvSpPr txBox="1"/>
          <p:nvPr/>
        </p:nvSpPr>
        <p:spPr>
          <a:xfrm>
            <a:off x="4228338" y="6312659"/>
            <a:ext cx="40035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entury Schoolbook" panose="02040604050505020304" pitchFamily="18" charset="0"/>
              </a:rPr>
              <a:t>Geospatial Intelligence</a:t>
            </a:r>
            <a:endParaRPr lang="en-US" sz="2400" dirty="0">
              <a:solidFill>
                <a:schemeClr val="accent3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6755C6-2939-9149-BCE4-64BAB9A82522}"/>
              </a:ext>
            </a:extLst>
          </p:cNvPr>
          <p:cNvSpPr txBox="1"/>
          <p:nvPr/>
        </p:nvSpPr>
        <p:spPr>
          <a:xfrm>
            <a:off x="3694176" y="3064423"/>
            <a:ext cx="17320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b="1" dirty="0">
                <a:solidFill>
                  <a:schemeClr val="accent3">
                    <a:lumMod val="75000"/>
                  </a:schemeClr>
                </a:solidFill>
                <a:latin typeface="Baskerville Old Face" panose="02020602080505020303" pitchFamily="18" charset="0"/>
              </a:rPr>
              <a:t>A</a:t>
            </a:r>
            <a:endParaRPr lang="en-US" sz="9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6CFA44-2130-98E9-12B0-421F207B5408}"/>
              </a:ext>
            </a:extLst>
          </p:cNvPr>
          <p:cNvSpPr txBox="1"/>
          <p:nvPr/>
        </p:nvSpPr>
        <p:spPr>
          <a:xfrm>
            <a:off x="3648456" y="3258786"/>
            <a:ext cx="16093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b="1" dirty="0">
                <a:solidFill>
                  <a:srgbClr val="66FF99"/>
                </a:solidFill>
                <a:latin typeface="Baskerville Old Face" panose="02020602080505020303" pitchFamily="18" charset="0"/>
              </a:rPr>
              <a:t>A</a:t>
            </a:r>
            <a:endParaRPr lang="en-US" sz="9600" dirty="0">
              <a:solidFill>
                <a:srgbClr val="66FF99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FBA3F3-CF1F-1751-75FD-65A29D83C7B0}"/>
              </a:ext>
            </a:extLst>
          </p:cNvPr>
          <p:cNvSpPr txBox="1"/>
          <p:nvPr/>
        </p:nvSpPr>
        <p:spPr>
          <a:xfrm>
            <a:off x="8209026" y="1657793"/>
            <a:ext cx="3583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accent3">
                    <a:lumMod val="75000"/>
                  </a:schemeClr>
                </a:solidFill>
                <a:latin typeface="Baskerville Old Face" panose="02020602080505020303" pitchFamily="18" charset="0"/>
              </a:rPr>
              <a:t>rdhi</a:t>
            </a:r>
            <a:r>
              <a:rPr lang="en-US" sz="5400" b="1" dirty="0">
                <a:solidFill>
                  <a:srgbClr val="66FF99"/>
                </a:solidFill>
                <a:latin typeface="Baskerville Old Face" panose="02020602080505020303" pitchFamily="18" charset="0"/>
              </a:rPr>
              <a:t>Lytics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7CF73B-52E2-FF6E-F685-CA2C0646F729}"/>
              </a:ext>
            </a:extLst>
          </p:cNvPr>
          <p:cNvSpPr txBox="1"/>
          <p:nvPr/>
        </p:nvSpPr>
        <p:spPr>
          <a:xfrm>
            <a:off x="8377428" y="2439309"/>
            <a:ext cx="31866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Baskerville Old Face" panose="02020602080505020303" pitchFamily="18" charset="0"/>
              </a:rPr>
              <a:t>Geospatial Intelligence</a:t>
            </a:r>
            <a:endParaRPr lang="en-US" sz="22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297E3A-F46A-D53F-D6C7-465A349D0626}"/>
              </a:ext>
            </a:extLst>
          </p:cNvPr>
          <p:cNvSpPr txBox="1"/>
          <p:nvPr/>
        </p:nvSpPr>
        <p:spPr>
          <a:xfrm>
            <a:off x="7476744" y="1379745"/>
            <a:ext cx="17320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b="1" dirty="0">
                <a:solidFill>
                  <a:schemeClr val="accent3">
                    <a:lumMod val="75000"/>
                  </a:schemeClr>
                </a:solidFill>
                <a:latin typeface="Baskerville Old Face" panose="02020602080505020303" pitchFamily="18" charset="0"/>
              </a:rPr>
              <a:t>A</a:t>
            </a:r>
            <a:endParaRPr lang="en-US" sz="9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031077-1C05-C6EE-238D-1F8FC522AC97}"/>
              </a:ext>
            </a:extLst>
          </p:cNvPr>
          <p:cNvSpPr txBox="1"/>
          <p:nvPr/>
        </p:nvSpPr>
        <p:spPr>
          <a:xfrm>
            <a:off x="7431024" y="1574108"/>
            <a:ext cx="16093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b="1" dirty="0">
                <a:solidFill>
                  <a:srgbClr val="66FF99"/>
                </a:solidFill>
                <a:latin typeface="Baskerville Old Face" panose="02020602080505020303" pitchFamily="18" charset="0"/>
              </a:rPr>
              <a:t>A</a:t>
            </a:r>
            <a:endParaRPr lang="en-US" sz="9600" dirty="0">
              <a:solidFill>
                <a:srgbClr val="66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1217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577C1DD92B944C8427EEA7A834BCFC" ma:contentTypeVersion="11" ma:contentTypeDescription="Create a new document." ma:contentTypeScope="" ma:versionID="6e1ee02c7c9138faa734599c0539c293">
  <xsd:schema xmlns:xsd="http://www.w3.org/2001/XMLSchema" xmlns:xs="http://www.w3.org/2001/XMLSchema" xmlns:p="http://schemas.microsoft.com/office/2006/metadata/properties" xmlns:ns2="691784bb-35b8-418a-8842-6bab0c5c5c9f" xmlns:ns3="c3dc265f-8cb1-42a8-b6a4-4e8198a4bc11" targetNamespace="http://schemas.microsoft.com/office/2006/metadata/properties" ma:root="true" ma:fieldsID="10433148db41c9a6de6b859db9525eec" ns2:_="" ns3:_="">
    <xsd:import namespace="691784bb-35b8-418a-8842-6bab0c5c5c9f"/>
    <xsd:import namespace="c3dc265f-8cb1-42a8-b6a4-4e8198a4bc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1784bb-35b8-418a-8842-6bab0c5c5c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e6962ab-0744-46a3-9e0f-3fe952fbdf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dc265f-8cb1-42a8-b6a4-4e8198a4bc1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4e7176-9e33-40cb-99cc-5b23c1d30b82}" ma:internalName="TaxCatchAll" ma:showField="CatchAllData" ma:web="c3dc265f-8cb1-42a8-b6a4-4e8198a4bc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3dc265f-8cb1-42a8-b6a4-4e8198a4bc11" xsi:nil="true"/>
    <lcf76f155ced4ddcb4097134ff3c332f xmlns="691784bb-35b8-418a-8842-6bab0c5c5c9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3014118-ABEA-453B-AF42-CEBCDAF2B683}"/>
</file>

<file path=customXml/itemProps2.xml><?xml version="1.0" encoding="utf-8"?>
<ds:datastoreItem xmlns:ds="http://schemas.openxmlformats.org/officeDocument/2006/customXml" ds:itemID="{3413B4FB-CD75-44EB-A5C8-05495CE94CAD}"/>
</file>

<file path=customXml/itemProps3.xml><?xml version="1.0" encoding="utf-8"?>
<ds:datastoreItem xmlns:ds="http://schemas.openxmlformats.org/officeDocument/2006/customXml" ds:itemID="{977DED8C-330A-4D79-99F8-0D09A83761A3}"/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16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Baskerville Old Face</vt:lpstr>
      <vt:lpstr>Bookman Old Style</vt:lpstr>
      <vt:lpstr>Century Schoolbook</vt:lpstr>
      <vt:lpstr>Sylfaen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Kotikot, Susan</dc:creator>
  <cp:lastModifiedBy>Kotikot, Susan</cp:lastModifiedBy>
  <cp:revision>1</cp:revision>
  <dcterms:created xsi:type="dcterms:W3CDTF">2026-07-30T22:11:49Z</dcterms:created>
  <dcterms:modified xsi:type="dcterms:W3CDTF">2026-07-30T22:52:24Z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0x01010074577C1DD92B944C8427EEA7A834BCFC</vt:lpwstr>
  </property>
  <property fmtid="{D5CDD505-2E9C-101B-9397-08002B2CF9AE}" pid="3" name="MediaServiceImageTags">
    <vt:lpwstr/>
  </property>
</Properties>
</file>